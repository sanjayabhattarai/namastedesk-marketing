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68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Namaste Desk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तपाईंको होटलमा के के गर्न सकिन्छ?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17043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2344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7043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र Check-out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" y="1664208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को सबै details एकैठाउँ भर्नुस् — नाम, phone, ID, dates, room सबै।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078992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74136" y="117043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2344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04488" y="117043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Calendar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74136" y="1664208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कुन room खाली छ, कुन occupied — calendar मा एकैझलक देख्नुस्।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44768" y="1078992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272784" y="1170432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2344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03136" y="117043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र Receipt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72784" y="1664208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charge + खाना + discount + advance — सबै automatic जोडिन्छ, mistake हुँदैन।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347472" y="2414016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5488" y="2505456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25694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50545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हुँदैन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5488" y="299923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Booking.com, Airbnb, Agoda, फोन — जहाँबाट booking आए पनि room clash हुँदैन।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46120" y="2414016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374136" y="250545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256946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04488" y="250545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Guest Auto-fill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374136" y="299923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फिर्ता आउने guest को phone type गर्नासाथ सबै details आफैँ भरिन्छ।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44768" y="2414016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272784" y="250545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256946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03136" y="250545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Sheet Print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272784" y="2999232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को signature को लागि print-ready sheet — ID photo सहित। Government record ready।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47472" y="3749040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475488" y="3840480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" y="3904488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05840" y="38404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Sales Report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475488" y="433425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महिनाको सबै bill एक click मा Excel मा। Accountant चाहिँदैन।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3246120" y="3749040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3374136" y="384048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8144" y="3904488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904488" y="38404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Backup र Transfer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3374136" y="433425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को data export गर्नुस् — नयाँ computer मा import गर्दा सबै आउँछ।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6144768" y="3749040"/>
            <a:ext cx="2743200" cy="1207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6272784" y="38404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792" y="3904488"/>
            <a:ext cx="292608" cy="2926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803136" y="38404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Card Capture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6272784" y="4334256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बाटै ID photo खिच्नुस् वा file upload गर्नुस् — system मा save हुन्छ।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Guest को details भर्नुस्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सिक्न गाह्रो छैन — पहिलो दिनै गर्न सकिन्छ।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5166360" cy="3767328"/>
          </a:xfrm>
          <a:prstGeom prst="rect">
            <a:avLst/>
          </a:prstGeom>
          <a:solidFill>
            <a:srgbClr val="0D1B2A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097280"/>
            <a:ext cx="507492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13385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पूरा नाम, nationality, phone भर्नुस्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6208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nationality, phone number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0" y="207568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0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6208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र postal address (optional)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2350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postal address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0" y="301752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0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36208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वा Citizenship number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3291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number — international or Nepali guest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95935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36208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from, departure to भर्नुस्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6208" y="4233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 and purpose of visit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15000" y="4526280"/>
            <a:ext cx="3218688" cy="402336"/>
          </a:xfrm>
          <a:prstGeom prst="rect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15000" y="4526280"/>
            <a:ext cx="3218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Phone type गर्नासाथ पुरानो guest auto-fill हुन्छ!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(cont.) — Date, Room र Advance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वा Group — दुवै एकै form बाट।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703320" y="1051560"/>
            <a:ext cx="51206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9040" y="1097280"/>
            <a:ext cx="502920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113385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4048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0972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वा Group entry छान्नुस्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081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 group booking toggle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4048" y="207568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03911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 date र 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500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and departure date + time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301752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29809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छान्नुस् — rate आफैँ देखिन्छ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32918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picker with automatic rate display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95935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4048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392277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payment enter गर्नुस्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4233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advance paid at check-in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" y="4640821"/>
            <a:ext cx="3182112" cy="40233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4640821"/>
            <a:ext cx="31821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card: file upload वा camera बाट capture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 — फिर्ता आउने Guest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नम्बर टाइप गर्नासाथ सबै details आफैँ आउँछ।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5166360" cy="3767328"/>
          </a:xfrm>
          <a:prstGeom prst="rect">
            <a:avLst/>
          </a:prstGeom>
          <a:solidFill>
            <a:srgbClr val="0D1B2A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097280"/>
            <a:ext cx="507492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13385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type गर्नासाथ match देखाउँछ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6208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 as you type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0" y="207568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0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6208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"Fill" थिच्नुस् — सबै form भरिन्छ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2350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fills all fields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0" y="301752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0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36208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card पनि automatically load हुन्छ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3291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ID document reloads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95935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36208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time २ मिनेटबाट ३० second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6208" y="4233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time saving for repeat guests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Billing गर्नुस्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charge, खाना, discount — सबै आफैँ जोड्छ। Argue गर्नु पर्दैन।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703320" y="1051560"/>
            <a:ext cx="51206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9040" y="1097280"/>
            <a:ext cx="502920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113385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4048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0972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charge automatic — rate × nights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081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calculation needed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4048" y="207568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03911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खाना थप्नुस् — item, qty, price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500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food items with quantity and price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301752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29809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र Advance auto-deduct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32918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deducted automatically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95935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4048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392277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 कहिल्यै गलत हुँदैन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4233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billing errors, zero disputes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— Single Room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भएपछि receipt automatically तयार — print गर्न मिल्छ।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5166360" cy="3767328"/>
          </a:xfrm>
          <a:prstGeom prst="rect">
            <a:avLst/>
          </a:prstGeom>
          <a:solidFill>
            <a:srgbClr val="0D1B2A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097280"/>
            <a:ext cx="507492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13385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नाम र date automatic आउँछ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6208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hotel header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0" y="207568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0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6208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charge breakdown देखिन्छ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2350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Per-night breakdown shown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0" y="301752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0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36208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items qty × rate = amount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3291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itemized food bill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95935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36208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deduct गरेर Grand Total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59309" y="4170145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amount after advance deduction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60720" y="4617720"/>
            <a:ext cx="3218688" cy="402336"/>
          </a:xfrm>
          <a:prstGeom prst="rect">
            <a:avLst/>
          </a:prstGeom>
          <a:solidFill>
            <a:srgbClr val="02C39A">
              <a:alpha val="88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687568" y="4608576"/>
            <a:ext cx="32186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 button — तुरुन्त print गर्न सकिन्छ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— Group Booking (धेरै room)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मा check-in गरेको सबै room को bill एकैपटक — अलग अलग गर्नु पर्दैन।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703320" y="1051560"/>
            <a:ext cx="51206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9040" y="1097280"/>
            <a:ext cx="502920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113385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84048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09728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सबै room एकै receipt मा देखिन्छ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081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203, 204, 301 all in one bill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4048" y="207568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203911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Per-room food items अलग track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500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tracked per room separately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048" y="301752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29809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+ Advance एकैपटक deduct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32918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once across the group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95935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4048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392277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Booking label clearly देखिन्छ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423367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labeled for record-keeping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Check-in Sheet — Print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compliance को लागि signature sheet — सबै automatic भरिन्छ।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5166360" cy="3767328"/>
          </a:xfrm>
          <a:prstGeom prst="rect">
            <a:avLst/>
          </a:prstGeom>
          <a:solidFill>
            <a:srgbClr val="0D1B2A"/>
          </a:solidFill>
          <a:ln w="1524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097280"/>
            <a:ext cx="507492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133856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1133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6208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को सबै details print हुन्छ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6208" y="1408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nationality, ID, purpose of visit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0" y="2075688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0" y="20756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6208" y="2039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card photo पनि print मा देखिन्छ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2350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ID shown in the sheet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0" y="3017520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0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36208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र Reception signature line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3291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signature fields auto-included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15000" y="3959352"/>
            <a:ext cx="402336" cy="40233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36208" y="3922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 / Police को requirement पूरा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6208" y="4233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compliance ready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 — Excel मा Export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4048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चाहिँदैन — महिनाको सबै हिसाब एक click मा तयार।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8449056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" y="1097280"/>
            <a:ext cx="8357616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306324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7472" y="3063240"/>
            <a:ext cx="272491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84632" y="3191256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31912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 Report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4632" y="3721608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जुन महिनाको चाहिन्छ — त्यही महिना छानेर Export Bills थिच्नुस्। Excel file download हुन्छ।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0" y="306324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00400" y="3063240"/>
            <a:ext cx="272491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37560" y="3191256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5526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13632" y="31912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Details सबै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37560" y="3721608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को नाम, phone, room, dates, amount paid — सबै एउटै file मा।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053328" y="306324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053328" y="3063240"/>
            <a:ext cx="272491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90488" y="319125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2552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3191256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Backup र Transfer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190488" y="3721608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को data export — नयाँ computer मा Import from File गर्दा सबै आउँछ।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4754880" cy="4754880"/>
          </a:xfrm>
          <a:prstGeom prst="ellipse">
            <a:avLst/>
          </a:prstGeom>
          <a:solidFill>
            <a:srgbClr val="028090">
              <a:alpha val="14000"/>
            </a:srgbClr>
          </a:solidFill>
          <a:ln w="12700">
            <a:solidFill>
              <a:srgbClr val="028090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38912"/>
            <a:ext cx="1005840" cy="10058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594360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36192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आजैबाट सुरु गर्नुस्।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432304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staff चाहिँदैन।  Training धेरै लाग्दैन।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हुँदैन।  Hisab गलत हुँदैन।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25526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एक पटक try गर्नुस् — फरक आफैँ देख्नुहुन्छ।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94760"/>
            <a:ext cx="24231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7947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हेर्नुस् 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063240" y="3794760"/>
            <a:ext cx="2423160" cy="594360"/>
          </a:xfrm>
          <a:prstGeom prst="rect">
            <a:avLst/>
          </a:prstGeom>
          <a:solidFill>
            <a:srgbClr val="0D1B2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063240" y="37947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सम्पर्क गर्नुस्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779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Sanjaya Bhattarai</cp:lastModifiedBy>
  <cp:revision>2</cp:revision>
  <dcterms:created xsi:type="dcterms:W3CDTF">2026-06-21T22:34:54Z</dcterms:created>
  <dcterms:modified xsi:type="dcterms:W3CDTF">2026-06-21T22:39:18Z</dcterms:modified>
</cp:coreProperties>
</file>